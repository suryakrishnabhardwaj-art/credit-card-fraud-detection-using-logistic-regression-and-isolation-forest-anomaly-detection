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Reg.</c:v>
                  </c:pt>
                  <c:pt idx="1">
                    <c:v>Isolation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0.9592</c:v>
                </c:pt>
                <c:pt idx="1">
                  <c:v>0.1122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Reg.</c:v>
                  </c:pt>
                  <c:pt idx="1">
                    <c:v>Isolation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0.9972</c:v>
                </c:pt>
                <c:pt idx="1">
                  <c:v>0.8725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82296" cy="141732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6012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Using Logistic Regression and Isolation Forest Anomaly Detection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Case Study  |  B.Tech  |  A.Y. 2026-27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Bhardwaj (2520090182)   P. Uday (2520090089)   A. Sri Chaitanya (2520090094)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Y. Lakshmi Prasanna, Asst. Professor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CS&amp;IT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are the default way to pay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causes loss, chargebacks and lost trust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core to every card issuer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002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transaction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492 of 284,807 transactions are fraud (0.17%)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imbalance-aware methods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97280"/>
            <a:ext cx="64008" cy="33832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stolen cards before money is lost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known and new fraud types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false alarms manageable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0604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rare: predicting 'legitimate' always gives 99.8% accuracy but catches nothing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64008" cy="3383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188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6002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class imbalance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fraud looks unlike past fraud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annoy genuine customers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97280"/>
            <a:ext cx="64008" cy="33832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600200"/>
            <a:ext cx="22860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(direct losses)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 (blocked or stolen cards)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(chargebacks)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project: fraud detection differs from ordinary classification and tests real ML skills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need: a bank must approve purchases instantly yet block misuse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need: combine a supervised model (known fraud) with an unsupervised detector (unusual behaviour)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metrics suited to imbalanced data: Precision, Recall, F1, ROC-AUC, PR-AUC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build a two-layer fraud detection system that catches maximum fraud (high recall) with manageable false alarms.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and EDA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02336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19456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class weights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2336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anomaly detection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1097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47472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High / Medium / Low risk strategy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classifier judged mainly by accuracy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new, unseen fraud types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class imbalance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'fraud / not fraud' label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Logistic Regression (balanced weights) for known fraud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Isolation Forest for unusual transactions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rule plus High / Medium / Low risk levels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Recall, Precision, F1, ROC-AUC, PR-AUC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463040" cy="1920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2402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V1-V28, Amount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47088" y="251460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737360"/>
            <a:ext cx="1463040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0312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22402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84448" y="251460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737360"/>
            <a:ext cx="1463040" cy="192024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22402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21808" y="251460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737360"/>
            <a:ext cx="1463040" cy="19202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7784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22402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OR IF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59168" y="251460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737360"/>
            <a:ext cx="1463040" cy="19202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2402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block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verify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approve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learns known fraud from labels; Layer 2 flags unusual behaviour without labels.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04288" y="169164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3716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2E86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Clean: nulls, duplicates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07408" y="169164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2E86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Scale Time, Amount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10528" y="169164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37160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137160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Stratified split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D149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Train LR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04288" y="324612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9260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D149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6032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Train IF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07408" y="324612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260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D1495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6344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Combine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10528" y="3246120"/>
            <a:ext cx="237744" cy="36576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92608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66560" y="2926080"/>
            <a:ext cx="18288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Evaluate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data preparation   |   Row 2: modelling and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Modules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NumPy, scikit-learn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matplotlib, seaborn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creditcard.csv (CSV file)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standard PC, no GPU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and loading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(clean, scale, split)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ML: Logistic Regression, Isolation Forest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combined rule and risk levels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metrics, confusion matrix, ROC / PR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Preprocessing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 Fraud Detection (ULB / Kaggle)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284,807 (283,726 after cleaning)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Time, V1-V28 (PCA), Amount; target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492 (0.173%), about 1 in 577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226,980 (394 fraud) / 56,746 (98 fraud)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097280"/>
            <a:ext cx="324612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4068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69280" y="11887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600200"/>
            <a:ext cx="2880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 duplicates removed; all 492 frauds kept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on Time and Amount (skewed outliers)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/ Models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Supervised; outputs fraud probability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balanced, max_iter = 1000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simple, fast; PCA features are uncorrelated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Unsupervised; trained without labels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= 0.00174 (train fraud rate)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isolates rare points and can catch unseen fraud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914400"/>
                <a:gridCol w="914400"/>
                <a:gridCol w="91440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(LR OR IF)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57200" y="2743200"/>
          <a:ext cx="47548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94960" y="28346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caught 94 of 98 frauds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caught only 11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precision at the 0.5 threshold; tune the threshold using the PR curve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and Risk Strategy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word/media/43d3913b7c54a9cba597f159b6ec0f92259b80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4663440" cy="1243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matrices: LR (TP 94, FP 1,048, FN 4), IF (TP 11, FP 112, FN 87)</a:t>
            </a:r>
            <a:endParaRPr lang="en-US" sz="1100" dirty="0"/>
          </a:p>
        </p:txBody>
      </p:sp>
      <p:pic>
        <p:nvPicPr>
          <p:cNvPr id="8" name="Image 1" descr="word/media/655b01e6281991cd59fd8e390e5252002ca7bd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88920"/>
            <a:ext cx="3474720" cy="1307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and PR curves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257800" y="1051560"/>
            <a:ext cx="3429000" cy="347472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57800" y="1051560"/>
            <a:ext cx="64008" cy="347472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486400" y="1143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 (test set)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155448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(both alert): 11 fraud, 8 genuine. Block or verify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(one alerts): 83 fraud, 1,144 genuine. OTP or review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(none): 4 fraud, 55,496 genuine. Approve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Applications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recall (0.959) for fraud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cover known and unusual fraud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levels guide action, not a flat label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evaluation beyond accuracy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card issuers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gateways, e-commerce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and fintech fraud screening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risk analytics and fraud-review teams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days of European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features: not explainable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precision; many false alarms at 0.5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split, no cross-validation; offline only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and cost-based evaluation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Cross-validation; try XGBoost or deep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with monitoring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loop with OTP verification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two-layer fraud detection system using Logistic Regression and Isolation Forest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was strongest: Recall 0.959, ROC-AUC 0.997, 94 of 98 frauds caught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gave a complementary anomaly signal (Recall 0.112)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risk strategy is practical for real banks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is misleading on imbalanced data; Recall, PR-AUC and confusion matrices give a fair view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2026-10-13T16:15:49Z</dcterms:created>
  <dcterms:modified xsi:type="dcterms:W3CDTF">2026-10-13T16:15:49Z</dcterms:modified>
</cp:coreProperties>
</file>